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129879"/>
            <a:ext cx="1160145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Poppins"/>
              </a:rPr>
              <a:t>Healthcare Funding &amp; Outcomes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61320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Visualizing the Landscape of Healthcare Research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56645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Lato"/>
              </a:rPr>
              <a:t>Submitted by: Anjali Sinha | ID: CX-138-MOR-JUNE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5562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25641" y="2871787"/>
            <a:ext cx="5740717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oppins"/>
              </a:rPr>
              <a:t>Project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71912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Transforming complex multi-variable public health financial datasets into interactive visual dashboards using Tableau.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7475"/>
            <a:ext cx="5286375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657475"/>
            <a:ext cx="5286375" cy="2371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0375"/>
            <a:ext cx="48306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Poppins SemiBold"/>
              </a:rPr>
              <a:t>Context &amp;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14725"/>
            <a:ext cx="46005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Public health management relies on tracking how financial capital flows across medical research domains. Analyzing decades of funding records (2008–2024) alongside mortality and disease prevalence requires robust data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3000375"/>
            <a:ext cx="48306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Poppins SemiBold"/>
              </a:rPr>
              <a:t>Methodological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514725"/>
            <a:ext cx="46005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Integrating historical data, federal legislative injections (ARRA), and predictive modeling to align resource allocation with national health burdens, equipping policymakers with empirical clarity.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Executive Summary &amp;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2986087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Trend Analysis: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Track historical shifts in funding (2008–2024) across distinct disease categories to evaluate consistent institutional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414712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Comparative Evaluation: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Assess annual funding distributions and structural priorities between competing medical research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843337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Outcome Correlation: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Analyze statistical relationships between research expenditures and real-world health indicators like 2019 US mortality.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271962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Economic Impact: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Evaluate how major stimulus packages (e.g., ARRA) accelerated development across target medical sectors.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9425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48050"/>
            <a:ext cx="26670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76675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05300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Strategic Analytical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5562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5472" y="2871787"/>
            <a:ext cx="8441055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oppins"/>
              </a:rPr>
              <a:t>Dashboard Insights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71912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Evaluating funding distributions, high-priority allocations, and distribution anomalies.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2176462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Cumulative Capital: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Total recorded funding stands at </a:t>
            </a:r>
            <a:r>
              <a:rPr sz="1350" b="1" i="0" u="none">
                <a:solidFill>
                  <a:srgbClr val="0F172A"/>
                </a:solidFill>
                <a:latin typeface="Lato"/>
              </a:rPr>
              <a:t>34,54,932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(Indian numbering system format).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862262"/>
            <a:ext cx="4905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Historical Decay: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Defined yearly funding peaks strongly in recent cycles (2022 clearing 10K) and progressively decreases toward 2008.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805237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Data Integrity Note: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 prominent "Null" category spike indicates unclassified records lacking proper year-tags.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9800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95600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8575"/>
            <a:ext cx="20955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Funding Volume &amp; Yearly Proportions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D9D083-FCE9-570D-11C2-9FD33A235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1940720"/>
            <a:ext cx="6336258" cy="41656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0175"/>
            <a:ext cx="11049000" cy="4886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4657725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Clinical Research commands the clear lead in 2022 resource allocation, closely backed by foundational biosciences like Genetics and Neurosciences.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2022 Research Domain Priorities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6062"/>
            <a:ext cx="5286375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786062"/>
            <a:ext cx="5286375" cy="2114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28962"/>
            <a:ext cx="48306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Poppins SemiBold"/>
              </a:rPr>
              <a:t>The Whisker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43312"/>
            <a:ext cx="46005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The vast majority of project funding data points cluster tightly between the 100K and 300K thresholds within the standard quartile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3128962"/>
            <a:ext cx="48306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Poppins SemiBold"/>
              </a:rPr>
              <a:t>Extreme Funding Outlier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643312"/>
            <a:ext cx="46005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 highly prominent statistical anomaly sits past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600K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on the Y-axis, representing a singular mega-grant or institutional initiative far outside typical 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Distribution Spread &amp; Outlier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5562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318" y="2871787"/>
            <a:ext cx="10911363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oppins"/>
              </a:rPr>
              <a:t>Disease-Specific &amp; Intensity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71912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Isolating high-burden medical conditions and examining multi-year financial trajectories.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3286125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Growth Trajectory: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Funding starts at 89 (2008), experiences a valley between 2011–2014 (low of 71), and enters a sustained post-2015 upward climb to peak at 178 in 2022.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971925"/>
            <a:ext cx="10668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Policy Correlation: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Post-2015 increases reflect targeted federal attention toward hepatic disease burdens and diagnostic improvements.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19462"/>
            <a:ext cx="238125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5262"/>
            <a:ext cx="209550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Longitudinal Tracking: Liver Cancer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66987"/>
          <a:ext cx="11048999" cy="255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8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0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Research / Disease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Funding Intensity ($ Millions Rounded)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Lato"/>
                        </a:rPr>
                        <a:t>66,402</a:t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 (Dominant Tier)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Acquired Cognitive Impairment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24,865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Alzheimer's Disease ( incl. AD/ADRD 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24,499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Alcoholism, Alcohol Use and Health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Lato"/>
                        </a:rPr>
                        <a:t>8,891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124200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79826" y="3124200"/>
            <a:ext cx="634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619500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79826" y="3619500"/>
            <a:ext cx="634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4114800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79826" y="4114800"/>
            <a:ext cx="634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610100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79826" y="4610100"/>
            <a:ext cx="634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5105400"/>
            <a:ext cx="4708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79826" y="5105400"/>
            <a:ext cx="63406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Funding Intensity Across Disease Sectors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6062"/>
            <a:ext cx="5286375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786062"/>
            <a:ext cx="5286375" cy="2114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28962"/>
            <a:ext cx="48306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Poppins SemiBold"/>
              </a:rPr>
              <a:t>Financial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43312"/>
            <a:ext cx="46005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Sustained capital commitment in sectors like Aging and Clinical Research demonstrates robust institutional resilience against macroeconomic volatility.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3128962"/>
            <a:ext cx="48306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284C7"/>
                </a:solidFill>
                <a:latin typeface="Poppins SemiBold"/>
              </a:rPr>
              <a:t>Optimizing Future Allocations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643312"/>
            <a:ext cx="46005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Bridging geographic and categorical data gaps ensures future capital models directly address true national mortality burdens and regional care disparities.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Strategic Insights &amp;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14587"/>
            <a:ext cx="1160145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0F172A"/>
                </a:solidFill>
                <a:latin typeface="Poppin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614737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Thank you for your attention. Open for discussion.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14812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284C7"/>
                </a:solidFill>
                <a:latin typeface="Lato SemiBold"/>
              </a:rPr>
              <a:t>Healthcare Funding &amp; Outcomes Analysis | Anjali Sinha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524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Anjali Sinha</cp:lastModifiedBy>
  <cp:revision>2</cp:revision>
  <dcterms:created xsi:type="dcterms:W3CDTF">2013-01-27T09:14:16Z</dcterms:created>
  <dcterms:modified xsi:type="dcterms:W3CDTF">2026-08-17T00:24:52Z</dcterms:modified>
  <cp:category/>
</cp:coreProperties>
</file>